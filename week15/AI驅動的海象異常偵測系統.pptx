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78A71D-7748-5608-629D-EBC1DAC53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0F35A0-7CB4-212B-A06C-887D34E63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598B14-A298-41F2-BCA2-FDD0FF92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818651-837E-E552-EFF8-1DF40237B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9A5277-931B-28EC-65DD-9C3CB0A6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630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DDE231-58E5-A65E-6153-02DBE74C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E8BE2E-903E-DC4B-32E8-1274A6DA7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93247C-325B-ABA4-20D3-0CD50F897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A2219A-9496-F0E1-8E4E-92A6C5C81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7D765F-BF5B-26A3-AA8D-7C5A6D8C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905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A715BA-DD51-208E-5BA0-FE0CE7503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F53A67-4589-AAF7-0BDE-C8ED8F639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D5C5F1-241A-BE32-FDE2-48D4AD00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086F2F-F0F9-3865-A3CC-F5D2F956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5161C9-1FC7-FA35-2763-526D0FF2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45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661196-1F0B-11FA-CF01-AAC05A9D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6417BB-3574-814E-BDB4-89FEB76B6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9AD96DB-7D56-ACAF-9019-DEBCA362A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C415FE-C112-28BA-B1C0-6F5FC6EA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84455C-8FB9-72A3-B39D-32409D8CC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657FFF-1504-9142-F170-DA03DAF87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66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E51003-35F0-6FFA-87EB-16EAC981E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EC65A8-7D2B-96EE-738B-95A9D726E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4A7A6BC-75A1-3E0B-D589-701FC7B8B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0C443F6-4B03-6C0F-A8D9-E4DA47CBE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FE2F032-F315-1D88-EBE0-A19A68288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910DD59-EE98-14DF-2F3E-8E25B6D5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BDEB3B9-8D06-A6EA-C133-1CBE3D104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29C68DD-3579-F3AF-CEB6-DE54E913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86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2C7847-DFB9-7EB6-060E-9ADACAA5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CDC978A-41B2-813C-D2F1-7469D0DF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3A215D8-BC6B-64EC-6334-1F904171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ECED829-DBC9-EB5A-2761-2FF61AF7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52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4615953-880C-233F-924B-924DD7111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08F2C71-49E7-601D-087F-8330D50D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947626-964C-D92C-670E-B547E0FE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54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31E75-9CAD-C41F-1166-E24C266C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05EE33-EFF9-C02E-6456-FE7A035F6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348A96C-77CD-4E7B-618D-4D2523BE4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FAF5A4-B5D6-AA5C-9200-24D62BC9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35420B-AE26-AF47-2C58-0693247D1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57017E7-BDEA-5793-82C8-1B2E98EB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2742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F6E1F-062C-9543-B3B9-8D1D2F9F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D5A59A1-7853-9F0C-BEF9-19E9627F3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22B09EB-05AE-52B8-7CF9-5322E5857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E1EF76-4FF7-78DF-9F60-92C2BB10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CA07BD-575D-15CF-7F48-64680E43F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DEFCFF-0E29-7C8B-BC45-8B5C15898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921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8BA079-182A-93B2-9036-A7B1D9B2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9E5D290-8B83-D3FE-2D96-F4CC9B8FE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741713-756F-C382-6C66-06EB5671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0044DD-86F2-26BB-B120-822A3583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873EB0-7920-2FBC-465C-81814DC1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27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CEA2211-B3AF-66FB-2AD2-13E3AFA5D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12F2B33-D286-C870-E149-2DB05A94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48F9F7-EA53-627A-4160-87736BFA9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5599C5-347A-13C4-DD9D-64864AAF7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C70EBC-4EC6-066C-053E-3B3CB846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9474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D0B68C4-A37D-0899-E855-4D308A2C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C55723-84F4-F88C-9FA0-F0A8D3E37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0D2F43-CE64-A422-2D67-ABA955A18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5CFDB-D765-425B-8039-EFE1F3257AB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4A1DC8-EE29-47E1-1B57-2B4F92A51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13732B-49C9-8692-38B1-F0ADCCAD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EE56D-FFD0-450B-9023-DF16190450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5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C3D567-E0FB-D344-8BE1-B027E4E91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4386"/>
            <a:ext cx="9144000" cy="776106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AI</a:t>
            </a:r>
            <a:r>
              <a:rPr lang="zh-TW" altLang="en-US" dirty="0"/>
              <a:t>驅動的海象異常偵測系統</a:t>
            </a:r>
          </a:p>
        </p:txBody>
      </p:sp>
      <p:pic>
        <p:nvPicPr>
          <p:cNvPr id="7" name="圖片 6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CC80C9BF-3AD1-E787-219C-378CB98A7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89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吃角子老虎機, 平面設計, 卡通 的圖片&#10;&#10;AI 產生的內容可能不正確。">
            <a:extLst>
              <a:ext uri="{FF2B5EF4-FFF2-40B4-BE49-F238E27FC236}">
                <a16:creationId xmlns:a16="http://schemas.microsoft.com/office/drawing/2014/main" id="{5A6768A3-E89E-723F-0362-A2A238C42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40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電子產品, 多媒體 的圖片&#10;&#10;AI 產生的內容可能不正確。">
            <a:extLst>
              <a:ext uri="{FF2B5EF4-FFF2-40B4-BE49-F238E27FC236}">
                <a16:creationId xmlns:a16="http://schemas.microsoft.com/office/drawing/2014/main" id="{392A1613-C592-26BC-748A-B0D2C03ED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3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礁, 卡通, 螢幕擷取畫面 的圖片&#10;&#10;AI 產生的內容可能不正確。">
            <a:extLst>
              <a:ext uri="{FF2B5EF4-FFF2-40B4-BE49-F238E27FC236}">
                <a16:creationId xmlns:a16="http://schemas.microsoft.com/office/drawing/2014/main" id="{6A7F789A-90A8-DDDE-253E-158253E09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60" y="0"/>
            <a:ext cx="91292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3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寬螢幕</PresentationFormat>
  <Paragraphs>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AI驅動的海象異常偵測系統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1</cp:revision>
  <dcterms:created xsi:type="dcterms:W3CDTF">2026-06-02T07:55:50Z</dcterms:created>
  <dcterms:modified xsi:type="dcterms:W3CDTF">2026-06-02T07:55:54Z</dcterms:modified>
</cp:coreProperties>
</file>