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9CA45-E660-FDB3-1BCC-B3095BAB9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F59380E-CB4D-316C-6131-2F92430A1A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9F722E-5182-B6DF-136D-3AFD68B4E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11BF4-8865-CEAC-6924-77DC4EAE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ED2540-BD3F-B214-8222-8FD63691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43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33305-9CBF-3842-6F53-AE98B6E7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6C4D03-FCD9-2808-1862-C172B43F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B0E6FC-AA42-30D8-155E-8BC81B67D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54280-25D4-5A07-0192-8FEEA7289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F7521F-05D4-11DA-1986-F0E561E2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93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D10D2-DB77-80FC-540D-3892CB48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6491D85-0AC4-F23B-CB36-452DC9650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D618C-7EFA-9134-C6FF-E4708405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17898B-F281-30D4-3C57-2644DCAF9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3C779E-AE0F-6484-EAC6-FF0FEA36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86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8A5120-A2AD-B620-3B15-039469482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8E181C-9E0B-EC3F-FA65-F275EE20B3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E62D8F2-894D-82F2-3AFE-549B24159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BE2F5-1D7C-1FD7-6904-7ECF8886A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4654FA-CB64-F465-BC04-B44B86E3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C34EE8-9108-3BC8-F561-236E280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886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0065DA-36EE-2AB0-FFC4-E37F5C4D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F2ED2D-9CA7-62F9-28D9-74C88C678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5BAB84F-AF58-7385-1BAE-C354D0282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DFDCC5-D07F-4487-367F-F7E6BD2D4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B6EB81E-0B85-DAEB-13F2-2540E55E1A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0230507-85B4-E044-335E-CDF29AF9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A511A4-83DC-7C27-4E8A-0E3F95F4B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4EDF7EA-BFC2-BABB-1CB0-7B5D9730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447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80911-1530-EDAD-A205-A32B514B0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29AED2-976C-A0C1-47B5-A956500DF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54A2B0-46F5-8565-75FE-22EB8CD0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A98DDC-820E-566B-09A2-3293CAED3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81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B0617F-6C5F-6914-C28B-AE041522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61F4AA7-0F09-2E60-9680-29680C0E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BFDE62-0578-AFD7-CA70-3DC55408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307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65B762-AB77-C535-71F4-486A00B4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B1AA51-95A1-77E6-1E3A-3FC26AC20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19456A-1C81-8366-7F70-E9F8649BB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AB4C50-CD54-8C64-7030-946B8F29A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B90AC3-C4BF-492B-BB00-F92E73EF9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C43316-F6A3-321F-B78F-D0F6E3DB7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789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0BDD9C-7124-D8D3-DEE8-DAECECEE7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C40F165-0E14-CE47-C1B1-F9625B9D2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14B5C2-B255-7CC7-A826-2FF2AF408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3E3D4B-8345-5255-D64F-5527D08E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F1446A-438C-C1D2-2537-8389C1AE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592AB2D-362A-6037-353E-C71E4DA9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909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AC0496-C262-18DC-DD06-4265063F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436EFE7-AC3B-E7E3-B5B0-6765A6561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6C3E3-D48B-84E5-94BF-ABD283981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0DCF6D-0C31-F53B-951D-765F6D20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D038BB-B972-A868-7B0A-589664A6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13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FA1C811-75F6-A1EC-276A-9F2EE8CB7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15C786-BE86-2A56-BC68-B7D8D27594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73850F-4ABB-4BD0-5820-AC99FF45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13485E-3764-3895-4E43-88A067387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081A53-1BE6-17F3-63D1-4B1BB3A43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803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ACF1F5-C563-EA35-9665-3762ED69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37E4C1-4D79-D6E0-2D18-B6F046987B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AE3AA2-4B6D-E188-2B6E-618212DA4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C803B-9943-41EC-A63C-63EEC1BD893D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0AEBB4-C51E-046F-E0B1-5357C5391C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EE1A6E3-08E9-C1FB-FA1B-B9A6B55A2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C10C7-CDCA-4900-8690-3D77B7DC6CF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84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4AFC00-0951-4404-BF06-A1049EE762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DD5845B-C211-FFAD-69AE-73AD4C1F19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 descr="一張含有 文字, 螢幕擷取畫面, 軟體, 網頁 的圖片&#10;&#10;AI 產生的內容可能不正確。">
            <a:extLst>
              <a:ext uri="{FF2B5EF4-FFF2-40B4-BE49-F238E27FC236}">
                <a16:creationId xmlns:a16="http://schemas.microsoft.com/office/drawing/2014/main" id="{3D779A2B-BDF4-6469-DFE6-103A669FA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871" y="0"/>
            <a:ext cx="75462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74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BBAB1-A41A-E3D0-413C-077A0A2B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 descr="一張含有 文字, 螢幕擷取畫面, 軟體, 字型 的圖片&#10;&#10;AI 產生的內容可能不正確。">
            <a:extLst>
              <a:ext uri="{FF2B5EF4-FFF2-40B4-BE49-F238E27FC236}">
                <a16:creationId xmlns:a16="http://schemas.microsoft.com/office/drawing/2014/main" id="{49CAF856-4251-6ECD-D2C8-CC9109AA0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94" y="668215"/>
            <a:ext cx="10855611" cy="5521569"/>
          </a:xfrm>
        </p:spPr>
      </p:pic>
    </p:spTree>
    <p:extLst>
      <p:ext uri="{BB962C8B-B14F-4D97-AF65-F5344CB8AC3E}">
        <p14:creationId xmlns:p14="http://schemas.microsoft.com/office/powerpoint/2010/main" val="3679127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2026-06-09T06:54:58Z</dcterms:created>
  <dcterms:modified xsi:type="dcterms:W3CDTF">2026-06-09T06:55:38Z</dcterms:modified>
</cp:coreProperties>
</file>